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Ubuntu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Ubuntu-boldItalic.fntdata"/><Relationship Id="rId10" Type="http://schemas.openxmlformats.org/officeDocument/2006/relationships/font" Target="fonts/Ubuntu-italic.fntdata"/><Relationship Id="rId9" Type="http://schemas.openxmlformats.org/officeDocument/2006/relationships/font" Target="fonts/Ubuntu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Ubuntu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64287607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64287607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642876078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642876078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123450" y="393225"/>
            <a:ext cx="1781400" cy="802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</a:t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5071100" y="393225"/>
            <a:ext cx="1781400" cy="802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X3</a:t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097275" y="393225"/>
            <a:ext cx="1781400" cy="802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X2</a:t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2503625" y="1869675"/>
            <a:ext cx="1299900" cy="1243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N_1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w11, w12, w13, b1</a:t>
            </a:r>
            <a:endParaRPr sz="1200"/>
          </a:p>
        </p:txBody>
      </p:sp>
      <p:sp>
        <p:nvSpPr>
          <p:cNvPr id="58" name="Google Shape;58;p13"/>
          <p:cNvSpPr/>
          <p:nvPr/>
        </p:nvSpPr>
        <p:spPr>
          <a:xfrm>
            <a:off x="4317050" y="1869675"/>
            <a:ext cx="1299900" cy="1243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N_2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w21, w22, w23, b2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488750" y="3506475"/>
            <a:ext cx="1299900" cy="1243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N_3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w31, w32, b1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60" name="Google Shape;60;p13"/>
          <p:cNvCxnSpPr>
            <a:stCxn id="54" idx="2"/>
            <a:endCxn id="57" idx="0"/>
          </p:cNvCxnSpPr>
          <p:nvPr/>
        </p:nvCxnSpPr>
        <p:spPr>
          <a:xfrm>
            <a:off x="2014150" y="1195725"/>
            <a:ext cx="1139400" cy="6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p13"/>
          <p:cNvCxnSpPr>
            <a:stCxn id="54" idx="2"/>
            <a:endCxn id="58" idx="0"/>
          </p:cNvCxnSpPr>
          <p:nvPr/>
        </p:nvCxnSpPr>
        <p:spPr>
          <a:xfrm>
            <a:off x="2014150" y="1195725"/>
            <a:ext cx="2952900" cy="6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" name="Google Shape;62;p13"/>
          <p:cNvCxnSpPr>
            <a:stCxn id="56" idx="2"/>
            <a:endCxn id="57" idx="0"/>
          </p:cNvCxnSpPr>
          <p:nvPr/>
        </p:nvCxnSpPr>
        <p:spPr>
          <a:xfrm flipH="1">
            <a:off x="3153675" y="1195725"/>
            <a:ext cx="834300" cy="6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p13"/>
          <p:cNvCxnSpPr>
            <a:stCxn id="56" idx="2"/>
            <a:endCxn id="58" idx="0"/>
          </p:cNvCxnSpPr>
          <p:nvPr/>
        </p:nvCxnSpPr>
        <p:spPr>
          <a:xfrm>
            <a:off x="3987975" y="1195725"/>
            <a:ext cx="978900" cy="6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" name="Google Shape;64;p13"/>
          <p:cNvCxnSpPr>
            <a:stCxn id="55" idx="2"/>
            <a:endCxn id="57" idx="0"/>
          </p:cNvCxnSpPr>
          <p:nvPr/>
        </p:nvCxnSpPr>
        <p:spPr>
          <a:xfrm flipH="1">
            <a:off x="3153500" y="1195725"/>
            <a:ext cx="2808300" cy="6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" name="Google Shape;65;p13"/>
          <p:cNvCxnSpPr>
            <a:stCxn id="55" idx="2"/>
            <a:endCxn id="58" idx="0"/>
          </p:cNvCxnSpPr>
          <p:nvPr/>
        </p:nvCxnSpPr>
        <p:spPr>
          <a:xfrm flipH="1">
            <a:off x="4967000" y="1195725"/>
            <a:ext cx="994800" cy="67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" name="Google Shape;66;p13"/>
          <p:cNvCxnSpPr>
            <a:stCxn id="57" idx="4"/>
            <a:endCxn id="59" idx="0"/>
          </p:cNvCxnSpPr>
          <p:nvPr/>
        </p:nvCxnSpPr>
        <p:spPr>
          <a:xfrm>
            <a:off x="3153575" y="3113475"/>
            <a:ext cx="985200" cy="39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" name="Google Shape;67;p13"/>
          <p:cNvCxnSpPr>
            <a:stCxn id="58" idx="4"/>
            <a:endCxn id="59" idx="0"/>
          </p:cNvCxnSpPr>
          <p:nvPr/>
        </p:nvCxnSpPr>
        <p:spPr>
          <a:xfrm flipH="1">
            <a:off x="4138700" y="3113475"/>
            <a:ext cx="828300" cy="39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" name="Google Shape;68;p13"/>
          <p:cNvSpPr txBox="1"/>
          <p:nvPr/>
        </p:nvSpPr>
        <p:spPr>
          <a:xfrm>
            <a:off x="32175" y="597975"/>
            <a:ext cx="10749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Layer</a:t>
            </a:r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32175" y="2295075"/>
            <a:ext cx="14523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Hidden Layer</a:t>
            </a:r>
            <a:endParaRPr/>
          </a:p>
        </p:txBody>
      </p:sp>
      <p:sp>
        <p:nvSpPr>
          <p:cNvPr id="70" name="Google Shape;70;p13"/>
          <p:cNvSpPr txBox="1"/>
          <p:nvPr/>
        </p:nvSpPr>
        <p:spPr>
          <a:xfrm>
            <a:off x="32175" y="3931875"/>
            <a:ext cx="14523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</a:t>
            </a:r>
            <a:r>
              <a:rPr lang="en"/>
              <a:t>Layer</a:t>
            </a:r>
            <a:endParaRPr/>
          </a:p>
        </p:txBody>
      </p:sp>
      <p:sp>
        <p:nvSpPr>
          <p:cNvPr id="71" name="Google Shape;71;p13"/>
          <p:cNvSpPr txBox="1"/>
          <p:nvPr/>
        </p:nvSpPr>
        <p:spPr>
          <a:xfrm>
            <a:off x="5660025" y="2222025"/>
            <a:ext cx="34503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N_1 = X1*w11 + X2*w12 + X3*w13 + b1</a:t>
            </a:r>
            <a:endParaRPr>
              <a:latin typeface="Ubuntu"/>
              <a:ea typeface="Ubuntu"/>
              <a:cs typeface="Ubuntu"/>
              <a:sym typeface="Ubuntu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N_2 = X1*w21 + X2*w22 + X3*w23 + b2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2" name="Google Shape;72;p13"/>
          <p:cNvSpPr txBox="1"/>
          <p:nvPr/>
        </p:nvSpPr>
        <p:spPr>
          <a:xfrm>
            <a:off x="5660025" y="3978950"/>
            <a:ext cx="34503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N_3 = N_1*w31 + N_2*w32 + b3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5660025" y="4581468"/>
            <a:ext cx="34503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     y = 3*X + 50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>
            <a:off x="1123450" y="393225"/>
            <a:ext cx="1781400" cy="802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X1</a:t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1364200" y="2728450"/>
            <a:ext cx="1299900" cy="12633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N_1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w11, b1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0" y="597975"/>
            <a:ext cx="10749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Layer</a:t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0" y="3229746"/>
            <a:ext cx="14523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Layer</a:t>
            </a:r>
            <a:endParaRPr/>
          </a:p>
        </p:txBody>
      </p:sp>
      <p:sp>
        <p:nvSpPr>
          <p:cNvPr id="82" name="Google Shape;82;p14"/>
          <p:cNvSpPr txBox="1"/>
          <p:nvPr/>
        </p:nvSpPr>
        <p:spPr>
          <a:xfrm>
            <a:off x="3697875" y="3181293"/>
            <a:ext cx="34503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N_1 =     X1*w11     +     b1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83" name="Google Shape;83;p14"/>
          <p:cNvCxnSpPr>
            <a:endCxn id="79" idx="0"/>
          </p:cNvCxnSpPr>
          <p:nvPr/>
        </p:nvCxnSpPr>
        <p:spPr>
          <a:xfrm>
            <a:off x="2014150" y="1195750"/>
            <a:ext cx="0" cy="153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4"/>
          <p:cNvSpPr txBox="1"/>
          <p:nvPr/>
        </p:nvSpPr>
        <p:spPr>
          <a:xfrm>
            <a:off x="3697875" y="3762318"/>
            <a:ext cx="34503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Ubuntu"/>
                <a:ea typeface="Ubuntu"/>
                <a:cs typeface="Ubuntu"/>
                <a:sym typeface="Ubuntu"/>
              </a:rPr>
              <a:t>     y</a:t>
            </a:r>
            <a:r>
              <a:rPr lang="en">
                <a:latin typeface="Ubuntu"/>
                <a:ea typeface="Ubuntu"/>
                <a:cs typeface="Ubuntu"/>
                <a:sym typeface="Ubuntu"/>
              </a:rPr>
              <a:t> =        3*X           +     50</a:t>
            </a:r>
            <a:endParaRPr>
              <a:latin typeface="Ubuntu"/>
              <a:ea typeface="Ubuntu"/>
              <a:cs typeface="Ubuntu"/>
              <a:sym typeface="Ubuntu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